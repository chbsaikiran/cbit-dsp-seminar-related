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325" r:id="rId65"/>
    <p:sldId id="282" r:id="rId66"/>
    <p:sldId id="283" r:id="rId67"/>
    <p:sldId id="284" r:id="rId68"/>
    <p:sldId id="285" r:id="rId69"/>
    <p:sldId id="286" r:id="rId70"/>
  </p:sldIdLst>
  <p:sldSz cx="12192000" cy="6858000"/>
  <p:notesSz cx="6858000" cy="9144000"/>
  <p:embeddedFontLst>
    <p:embeddedFont>
      <p:font typeface="Cambria Math" panose="02040503050406030204" pitchFamily="18" charset="0"/>
      <p:regular r:id="rId71"/>
    </p:embeddedFont>
    <p:embeddedFont>
      <p:font typeface="Poppins" panose="00000500000000000000" pitchFamily="2" charset="0"/>
      <p:regular r:id="rId72"/>
      <p:bold r:id="rId73"/>
      <p:italic r:id="rId74"/>
      <p:boldItalic r:id="rId75"/>
    </p:embeddedFont>
    <p:embeddedFont>
      <p:font typeface="poppins-bold" panose="020B0604020202020204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4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2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3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40611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0" y="674400"/>
            <a:ext cx="1195470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00B050"/>
                </a:solidFill>
              </a:rPr>
              <a:t>1. Coeffs : 16-bit, Input: 16-bit, Output: 16-bit : RMSE = -50.549183 dB</a:t>
            </a:r>
          </a:p>
          <a:p>
            <a:r>
              <a:rPr lang="en-GB" sz="2200" dirty="0"/>
              <a:t> </a:t>
            </a:r>
          </a:p>
          <a:p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2. Coeffs : 32-bit, Input: 16-bit, Output: 16-bit : RMSE = -52.707434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3. Coeffs : 16-bit, Input: 32-bit, Output: 32-bit : RMSE = -54.919543 dB</a:t>
            </a:r>
          </a:p>
          <a:p>
            <a:endParaRPr lang="en-GB" sz="2200" dirty="0"/>
          </a:p>
          <a:p>
            <a:r>
              <a:rPr lang="en-GB" sz="2200" dirty="0"/>
              <a:t>4. Coeffs : 32-bit, Input: 32-bit, Output: 32-bit : RMSE = -126.177740 dB</a:t>
            </a:r>
          </a:p>
          <a:p>
            <a:endParaRPr lang="en-GB" sz="2200" dirty="0"/>
          </a:p>
          <a:p>
            <a:r>
              <a:rPr lang="en-GB" sz="2200" dirty="0"/>
              <a:t>5. Coeffs : 16-bit, Input: 16-bit, Output: 16-bit : Intermediate size 32-bit : RMSE = -50.549183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rgbClr val="00B050"/>
                </a:solidFill>
              </a:rPr>
              <a:t>6. Coeffs : 16-bit, Input: 16-bit, Output: 16-bit : Exploiting Guard Bits : RMSE = -52.676044 dB</a:t>
            </a:r>
            <a:r>
              <a:rPr lang="en-GB" sz="2200" dirty="0"/>
              <a:t>  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7. Coeffs : 32-bit, Input: 16-bit, Output: 16-bit : Exploiting Guard Bits : RMSE = -52.707434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8. Coeffs : 16-bit, Input: 32-bit, Output: 32-bit : Exploiting Guard Bits : RMSE = -76.243730 dB</a:t>
            </a:r>
            <a:endParaRPr lang="en-US" sz="2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</TotalTime>
  <Words>2948</Words>
  <Application>Microsoft Office PowerPoint</Application>
  <PresentationFormat>Widescreen</PresentationFormat>
  <Paragraphs>889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Poppins</vt:lpstr>
      <vt:lpstr>Arial</vt:lpstr>
      <vt:lpstr>poppins-bold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59</cp:revision>
  <dcterms:modified xsi:type="dcterms:W3CDTF">2025-10-16T08:03:58Z</dcterms:modified>
</cp:coreProperties>
</file>