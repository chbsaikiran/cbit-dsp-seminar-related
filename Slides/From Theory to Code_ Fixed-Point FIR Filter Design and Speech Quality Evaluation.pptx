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88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89" r:id="rId37"/>
    <p:sldId id="273" r:id="rId38"/>
    <p:sldId id="274" r:id="rId39"/>
    <p:sldId id="275" r:id="rId40"/>
    <p:sldId id="276" r:id="rId41"/>
    <p:sldId id="277" r:id="rId42"/>
    <p:sldId id="278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279" r:id="rId54"/>
    <p:sldId id="280" r:id="rId55"/>
    <p:sldId id="281" r:id="rId56"/>
    <p:sldId id="282" r:id="rId57"/>
    <p:sldId id="283" r:id="rId58"/>
    <p:sldId id="284" r:id="rId59"/>
    <p:sldId id="285" r:id="rId60"/>
    <p:sldId id="286" r:id="rId61"/>
  </p:sldIdLst>
  <p:sldSz cx="12192000" cy="6858000"/>
  <p:notesSz cx="6858000" cy="9144000"/>
  <p:embeddedFontLst>
    <p:embeddedFont>
      <p:font typeface="Poppins" panose="00000500000000000000" pitchFamily="2" charset="0"/>
      <p:regular r:id="rId62"/>
      <p:bold r:id="rId63"/>
      <p:italic r:id="rId64"/>
      <p:boldItalic r:id="rId65"/>
    </p:embeddedFont>
    <p:embeddedFont>
      <p:font typeface="poppins-bold" panose="020B0604020202020204" charset="0"/>
      <p:regular r:id="rId6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Speech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Equation: 𝑦 𝑛 = ∑ ℎ 𝑘 ∗ 𝑥 𝑛 − 𝑘</a:t>
            </a:r>
            <a:endParaRPr kumimoji="1" lang="zh-CN" altLang="en-US" dirty="0"/>
          </a:p>
        </p:txBody>
      </p:sp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85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658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C0ED75CE-10ED-6C58-137B-82A2ACABED9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72382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</a:t>
            </a: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(1+m+n)- 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1858</Words>
  <Application>Microsoft Office PowerPoint</Application>
  <PresentationFormat>Widescreen</PresentationFormat>
  <Paragraphs>781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Arial</vt:lpstr>
      <vt:lpstr>Poppins</vt:lpstr>
      <vt:lpstr>poppins-bold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19</cp:revision>
  <dcterms:modified xsi:type="dcterms:W3CDTF">2025-09-28T13:24:27Z</dcterms:modified>
</cp:coreProperties>
</file>