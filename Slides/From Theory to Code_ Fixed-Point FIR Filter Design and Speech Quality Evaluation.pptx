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7" r:id="rId8"/>
    <p:sldId id="288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89" r:id="rId37"/>
    <p:sldId id="273" r:id="rId38"/>
    <p:sldId id="274" r:id="rId39"/>
    <p:sldId id="275" r:id="rId40"/>
    <p:sldId id="276" r:id="rId41"/>
    <p:sldId id="277" r:id="rId42"/>
    <p:sldId id="278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279" r:id="rId54"/>
    <p:sldId id="280" r:id="rId55"/>
    <p:sldId id="281" r:id="rId56"/>
    <p:sldId id="282" r:id="rId57"/>
    <p:sldId id="283" r:id="rId58"/>
    <p:sldId id="284" r:id="rId59"/>
    <p:sldId id="285" r:id="rId60"/>
    <p:sldId id="286" r:id="rId61"/>
  </p:sldIdLst>
  <p:sldSz cx="12192000" cy="6858000"/>
  <p:notesSz cx="6858000" cy="9144000"/>
  <p:embeddedFontLst>
    <p:embeddedFont>
      <p:font typeface="Poppins" panose="00000500000000000000" pitchFamily="2" charset="0"/>
      <p:regular r:id="rId62"/>
      <p:bold r:id="rId63"/>
      <p:italic r:id="rId64"/>
      <p:boldItalic r:id="rId65"/>
    </p:embeddedFont>
    <p:embeddedFont>
      <p:font typeface="poppins-bold" panose="020B0604020202020204" charset="0"/>
      <p:regular r:id="rId6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 Fixed-Point FIR Filter Design and Speech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Equation: 𝑦 𝑛 = ∑ ℎ 𝑘 ∗ 𝑥 𝑛 − 𝑘</a:t>
            </a:r>
            <a:endParaRPr kumimoji="1" lang="zh-CN" altLang="en-US" dirty="0"/>
          </a:p>
        </p:txBody>
      </p:sp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85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658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72382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</a:t>
            </a: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(1+m+n)- 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689650" y="3934120"/>
            <a:ext cx="10800000" cy="2160000"/>
          </a:xfrm>
          <a:prstGeom prst="round1Rect">
            <a:avLst>
              <a:gd name="adj" fmla="val 30000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</a:blip>
          <a:srcRect l="464" t="40355" r="464" b="20173"/>
          <a:stretch>
            <a:fillRect/>
          </a:stretch>
        </p:blipFill>
        <p:spPr>
          <a:xfrm>
            <a:off x="689650" y="1414120"/>
            <a:ext cx="10800000" cy="2520000"/>
          </a:xfrm>
          <a:custGeom>
            <a:avLst/>
            <a:gdLst/>
            <a:ahLst/>
            <a:cxnLst/>
            <a:rect l="l" t="t" r="r" b="b"/>
            <a:pathLst>
              <a:path w="10800000" h="2520000">
                <a:moveTo>
                  <a:pt x="0" y="0"/>
                </a:moveTo>
                <a:lnTo>
                  <a:pt x="10044000" y="0"/>
                </a:lnTo>
                <a:cubicBezTo>
                  <a:pt x="10461527" y="0"/>
                  <a:pt x="10800000" y="338473"/>
                  <a:pt x="10800000" y="756000"/>
                </a:cubicBezTo>
                <a:lnTo>
                  <a:pt x="10800000" y="2520000"/>
                </a:lnTo>
                <a:lnTo>
                  <a:pt x="0" y="252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5" name="标题 1"/>
          <p:cNvSpPr txBox="1"/>
          <p:nvPr/>
        </p:nvSpPr>
        <p:spPr>
          <a:xfrm>
            <a:off x="1049650" y="4499778"/>
            <a:ext cx="10080000" cy="115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Expensive, often replaced with reciprocal + multiply</a:t>
            </a:r>
            <a:endParaRPr kumimoji="1" lang="zh-CN" altLang="en-US"/>
          </a:p>
        </p:txBody>
      </p:sp>
      <p:cxnSp>
        <p:nvCxnSpPr>
          <p:cNvPr id="6" name="标题 1"/>
          <p:cNvCxnSpPr/>
          <p:nvPr/>
        </p:nvCxnSpPr>
        <p:spPr>
          <a:xfrm>
            <a:off x="1130835" y="4265816"/>
            <a:ext cx="720000" cy="0"/>
          </a:xfrm>
          <a:prstGeom prst="line">
            <a:avLst/>
          </a:prstGeom>
          <a:noFill/>
          <a:ln w="88900" cap="rnd">
            <a:solidFill>
              <a:schemeClr val="accent1"/>
            </a:solidFill>
            <a:miter/>
          </a:ln>
        </p:spPr>
      </p:cxn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Division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1858</Words>
  <Application>Microsoft Office PowerPoint</Application>
  <PresentationFormat>Widescreen</PresentationFormat>
  <Paragraphs>781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Poppins</vt:lpstr>
      <vt:lpstr>poppins-bold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20</cp:revision>
  <dcterms:modified xsi:type="dcterms:W3CDTF">2025-09-28T13:28:03Z</dcterms:modified>
</cp:coreProperties>
</file>