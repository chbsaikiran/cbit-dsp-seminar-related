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323" r:id="rId6"/>
    <p:sldId id="260" r:id="rId7"/>
    <p:sldId id="261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318" r:id="rId25"/>
    <p:sldId id="319" r:id="rId26"/>
    <p:sldId id="287" r:id="rId27"/>
    <p:sldId id="320" r:id="rId28"/>
    <p:sldId id="321" r:id="rId29"/>
    <p:sldId id="322" r:id="rId30"/>
    <p:sldId id="316" r:id="rId31"/>
    <p:sldId id="288" r:id="rId32"/>
    <p:sldId id="317" r:id="rId33"/>
    <p:sldId id="262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80" r:id="rId62"/>
    <p:sldId id="281" r:id="rId63"/>
    <p:sldId id="282" r:id="rId64"/>
    <p:sldId id="283" r:id="rId65"/>
    <p:sldId id="284" r:id="rId66"/>
    <p:sldId id="285" r:id="rId67"/>
    <p:sldId id="286" r:id="rId68"/>
  </p:sldIdLst>
  <p:sldSz cx="12192000" cy="6858000"/>
  <p:notesSz cx="6858000" cy="9144000"/>
  <p:embeddedFontLst>
    <p:embeddedFont>
      <p:font typeface="Cambria Math" panose="02040503050406030204" pitchFamily="18" charset="0"/>
      <p:regular r:id="rId69"/>
    </p:embeddedFont>
    <p:embeddedFont>
      <p:font typeface="Poppins" panose="00000500000000000000" pitchFamily="2" charset="0"/>
      <p:regular r:id="rId70"/>
      <p:bold r:id="rId71"/>
      <p:italic r:id="rId72"/>
      <p:boldItalic r:id="rId73"/>
    </p:embeddedFont>
    <p:embeddedFont>
      <p:font typeface="poppins-bold" panose="020B0604020202020204" charset="0"/>
      <p:regular r:id="rId7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1.fntdata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2.fntdata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5.fntdata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font" Target="fonts/font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6052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</TotalTime>
  <Words>2690</Words>
  <Application>Microsoft Office PowerPoint</Application>
  <PresentationFormat>Widescreen</PresentationFormat>
  <Paragraphs>873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Poppins</vt:lpstr>
      <vt:lpstr>poppins-bold</vt:lpstr>
      <vt:lpstr>Arial</vt:lpstr>
      <vt:lpstr>Cambria Math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40</cp:revision>
  <dcterms:modified xsi:type="dcterms:W3CDTF">2025-10-10T10:38:38Z</dcterms:modified>
</cp:coreProperties>
</file>